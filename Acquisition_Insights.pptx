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Card Acquisition — Funnel &amp; Commerce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analysis; assumptions in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Funnel (Visits → Starts)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Funnel by channel. Visits are aggregated visit_count; Starts are unique application_id.</a:t>
            </a:r>
          </a:p>
        </p:txBody>
      </p:sp>
      <p:pic>
        <p:nvPicPr>
          <p:cNvPr id="4" name="Picture 3" descr="funn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assumptions: avg_rev £200; approval_rate 60%; +5pp Visits→Starts uplift modelled.</a:t>
            </a:r>
          </a:p>
          <a:p>
            <a:r>
              <a:t>Estimated lost revenue (abandonments): £1,080.00</a:t>
            </a:r>
          </a:p>
          <a:p>
            <a:r>
              <a:t>Estimated incremental revenue from +5pp uplift: £0.00</a:t>
            </a:r>
          </a:p>
          <a:p>
            <a:r>
              <a:t>Recommendations:</a:t>
            </a:r>
          </a:p>
          <a:p>
            <a:r>
              <a:t>1) Provide Submissions and Decisions (with revenue) and marketing spend for ROI analysis.</a:t>
            </a:r>
          </a:p>
          <a:p>
            <a:r>
              <a:t>2) Prioritise App UX tests (highest absolute traffic).</a:t>
            </a:r>
          </a:p>
        </p:txBody>
      </p:sp>
      <p:pic>
        <p:nvPicPr>
          <p:cNvPr id="4" name="Picture 3" descr="channel_st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2743200" cy="1028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